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5" r:id="rId3"/>
    <p:sldId id="271" r:id="rId4"/>
    <p:sldId id="269" r:id="rId5"/>
    <p:sldId id="27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3E64"/>
    <a:srgbClr val="A6CAEC"/>
    <a:srgbClr val="215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31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2BA611-CD30-41A1-B46E-2F9966214A8A}" type="datetimeFigureOut">
              <a:rPr lang="fr-CH" smtClean="0"/>
              <a:t>13.10.2025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BDB67E-2F49-4B82-BD34-80F660E668E3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59578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5399E3-AAC7-F365-492A-B42F4789ED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84E33C1-E4A6-292B-EF73-AD106F5FA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08EA59-9DF4-F7E1-FA38-726F300E5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8319-CBBE-4308-B4C7-811589C54584}" type="datetimeFigureOut">
              <a:rPr lang="fr-CH" smtClean="0"/>
              <a:t>13.10.2025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42CA3FE-BE9D-0E20-28F5-FC54A8073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007EE1-9327-A669-E41B-1983D9E7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BB11-DE35-4FE9-8750-3AA697731A1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08013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123106-1ABC-0894-4399-318E2A19D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731E93-9DF7-1699-7AA3-2C3E5DE0D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08258B-94D9-BAEF-11AD-3963DB89C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8319-CBBE-4308-B4C7-811589C54584}" type="datetimeFigureOut">
              <a:rPr lang="fr-CH" smtClean="0"/>
              <a:t>13.10.2025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03FBB4-8FB2-693B-4EF8-BDE77C20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BFE1F3-9C20-8A25-6031-3EB233DD1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BB11-DE35-4FE9-8750-3AA697731A1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25487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2083D1-D282-F2DF-4C42-756EDBC75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F99E66D-115E-2646-7D84-6F9C8470A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A7214F-1B37-932E-374E-8FD170B0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8319-CBBE-4308-B4C7-811589C54584}" type="datetimeFigureOut">
              <a:rPr lang="fr-CH" smtClean="0"/>
              <a:t>13.10.2025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7C6554-4613-EA9B-6CCD-9A4CDC174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4A00B9-B004-0857-37EB-F37BE9315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BB11-DE35-4FE9-8750-3AA697731A1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75044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974AB0-24E2-EFF7-FA55-CCFD97F7F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34029A-C42B-EDA7-C98B-D048D3B269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B0200C0-9A3C-A2B3-9AA5-8B4739FF7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D8FD0FE-5469-968C-E9EC-E02A82F99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8319-CBBE-4308-B4C7-811589C54584}" type="datetimeFigureOut">
              <a:rPr lang="fr-CH" smtClean="0"/>
              <a:t>13.10.2025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B2BD49A-60A5-F995-57A2-DADD0D657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65FA9EF-4374-7F66-00E0-FB5F4DD8C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BB11-DE35-4FE9-8750-3AA697731A1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60193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7C2231-9F12-FD47-EA8D-781C819E0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FA6532-FA5B-0E98-C0EA-38C74ADF5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2557213-BE48-407B-B4FC-06F9399E5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1773080-214F-8F48-AECF-7EA7C6B3E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6438C58-3827-ACC3-D60B-BAA47F3945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DEC121C-0A2A-6AE7-C803-13A150E16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8319-CBBE-4308-B4C7-811589C54584}" type="datetimeFigureOut">
              <a:rPr lang="fr-CH" smtClean="0"/>
              <a:t>13.10.2025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31E38E3-1B08-4CCE-3FAD-A9B64D3CC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D87AF41-61CD-F456-EF23-FEBB086AF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BB11-DE35-4FE9-8750-3AA697731A1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86052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C1258C-CDB3-FF58-3315-5E714E0DC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0C37EF9-68DD-3B6D-A77E-60A1ECAE6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8319-CBBE-4308-B4C7-811589C54584}" type="datetimeFigureOut">
              <a:rPr lang="fr-CH" smtClean="0"/>
              <a:t>13.10.2025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8BE08AD-99F9-C612-7A81-2337F6AE7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AF42708-F77D-CFCB-E4A1-D5A707D13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BB11-DE35-4FE9-8750-3AA697731A1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00250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E5A6F27-E60E-C9CC-23C1-1DE643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8319-CBBE-4308-B4C7-811589C54584}" type="datetimeFigureOut">
              <a:rPr lang="fr-CH" smtClean="0"/>
              <a:t>13.10.2025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766A450-D487-8B8F-02FE-0E2C6DCA9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2FACC9-49A0-E37A-F240-058B2CE46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BB11-DE35-4FE9-8750-3AA697731A1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74525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CCE398-7EE0-038F-44A4-F1C92D846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F8CBA1-33B3-407F-A6D3-3A10CCA16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9250F82-9926-838F-73F0-CD3AA1993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A1C943D-8462-11BF-F564-C66C3EDAD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8319-CBBE-4308-B4C7-811589C54584}" type="datetimeFigureOut">
              <a:rPr lang="fr-CH" smtClean="0"/>
              <a:t>13.10.2025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A40A739-27C7-DDD6-82D1-4C3C7DC3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0DCAB4E-5CFB-8812-6F6C-0193D756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BB11-DE35-4FE9-8750-3AA697731A1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77372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416D31-C264-664C-2D4C-1C245552B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D6804EC-62A4-0AA4-5F29-557ADC53AF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1B302D6-5862-DF93-5224-BA6B66EAF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A44A9FA-8267-7145-5CFE-A58DB61B5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8319-CBBE-4308-B4C7-811589C54584}" type="datetimeFigureOut">
              <a:rPr lang="fr-CH" smtClean="0"/>
              <a:t>13.10.2025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FD05CC8-CE8B-87C5-1DB5-A3F9ADED6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39F743C-0970-41FB-16B4-4FD69A8CF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BB11-DE35-4FE9-8750-3AA697731A1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2134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98DD9A-8E70-1919-6E3D-6A03CA53D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C0B023F-1472-F869-EFB2-7727D922C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E48FE7-3FDA-2BB1-CCAE-2F7248F2B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8319-CBBE-4308-B4C7-811589C54584}" type="datetimeFigureOut">
              <a:rPr lang="fr-CH" smtClean="0"/>
              <a:t>13.10.2025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B649DF-A595-B070-B295-1917528C1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BC82A5-E5AC-1F75-3C2F-DC662F542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BB11-DE35-4FE9-8750-3AA697731A1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89304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35E5F2D-C457-2364-D70F-C50E2C931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B5E96BD-A6D5-1715-BCE5-5B194D64D7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CA8493-1AD0-9E0F-FFB8-4155F2910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8319-CBBE-4308-B4C7-811589C54584}" type="datetimeFigureOut">
              <a:rPr lang="fr-CH" smtClean="0"/>
              <a:t>13.10.2025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E39E6E-D74F-5C76-C475-CEA3CEB4C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1DE7321-503B-8763-5935-954B8D19F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BB11-DE35-4FE9-8750-3AA697731A1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3886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7D6D18D-7BDB-01E9-E670-1DBD4E779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B91713F-D690-73A2-80C0-762C2E261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5AF3B1-DAD1-7441-B801-9CD70A987E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AF8319-CBBE-4308-B4C7-811589C54584}" type="datetimeFigureOut">
              <a:rPr lang="fr-CH" smtClean="0"/>
              <a:t>13.10.2025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8BFDAE-47AD-D396-17CE-BEC97A3BC1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74556C-C816-0AB4-6267-81E14B1AB3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DBB11-DE35-4FE9-8750-3AA697731A1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00881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7D4D2D-88D0-D975-3C2D-F8CC63E95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1630"/>
            <a:ext cx="9144000" cy="2387600"/>
          </a:xfrm>
        </p:spPr>
        <p:txBody>
          <a:bodyPr anchor="ctr"/>
          <a:lstStyle/>
          <a:p>
            <a:r>
              <a:rPr lang="fr-CH" dirty="0">
                <a:solidFill>
                  <a:srgbClr val="002060"/>
                </a:solidFill>
              </a:rPr>
              <a:t>Projet 1 DAI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6761C71-73A9-1201-169A-966CC0E41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9676" y="4308868"/>
            <a:ext cx="9144000" cy="1655762"/>
          </a:xfrm>
        </p:spPr>
        <p:txBody>
          <a:bodyPr/>
          <a:lstStyle/>
          <a:p>
            <a:endParaRPr lang="fr-CH" dirty="0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133ECC1C-1F49-2DF6-4185-88ED611E9B7E}"/>
              </a:ext>
            </a:extLst>
          </p:cNvPr>
          <p:cNvGrpSpPr/>
          <p:nvPr/>
        </p:nvGrpSpPr>
        <p:grpSpPr>
          <a:xfrm rot="10800000">
            <a:off x="7745514" y="5099589"/>
            <a:ext cx="8080172" cy="3218724"/>
            <a:chOff x="-3270248" y="-1491149"/>
            <a:chExt cx="8080172" cy="321872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091E0F4-2969-85FA-713E-68F3B30FCE41}"/>
                </a:ext>
              </a:extLst>
            </p:cNvPr>
            <p:cNvSpPr/>
            <p:nvPr/>
          </p:nvSpPr>
          <p:spPr>
            <a:xfrm rot="1822382">
              <a:off x="-3270248" y="-1491149"/>
              <a:ext cx="6540496" cy="261257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F8EAF1-7002-8E92-28D7-3BF24773060C}"/>
                </a:ext>
              </a:extLst>
            </p:cNvPr>
            <p:cNvSpPr/>
            <p:nvPr/>
          </p:nvSpPr>
          <p:spPr>
            <a:xfrm rot="342513">
              <a:off x="-2886247" y="-1079519"/>
              <a:ext cx="6540496" cy="2612571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0E642DE-F248-2B99-ADDE-FCD0DC287A1D}"/>
                </a:ext>
              </a:extLst>
            </p:cNvPr>
            <p:cNvSpPr/>
            <p:nvPr/>
          </p:nvSpPr>
          <p:spPr>
            <a:xfrm rot="19358576">
              <a:off x="-1730572" y="-884996"/>
              <a:ext cx="6540496" cy="2612571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 dirty="0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55C3AD17-6E9E-1C46-E890-C797C7563902}"/>
              </a:ext>
            </a:extLst>
          </p:cNvPr>
          <p:cNvGrpSpPr/>
          <p:nvPr/>
        </p:nvGrpSpPr>
        <p:grpSpPr>
          <a:xfrm>
            <a:off x="-3252272" y="-1419558"/>
            <a:ext cx="8080172" cy="3218724"/>
            <a:chOff x="-3270248" y="-1491149"/>
            <a:chExt cx="8080172" cy="321872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B98E541-D597-059A-E7BA-E65C0C0F9426}"/>
                </a:ext>
              </a:extLst>
            </p:cNvPr>
            <p:cNvSpPr/>
            <p:nvPr/>
          </p:nvSpPr>
          <p:spPr>
            <a:xfrm rot="1822382">
              <a:off x="-3270248" y="-1491149"/>
              <a:ext cx="6540496" cy="261257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BC845C8-974E-7814-68ED-85988CD891FF}"/>
                </a:ext>
              </a:extLst>
            </p:cNvPr>
            <p:cNvSpPr/>
            <p:nvPr/>
          </p:nvSpPr>
          <p:spPr>
            <a:xfrm rot="342513">
              <a:off x="-2886247" y="-1079519"/>
              <a:ext cx="6540496" cy="2612571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416CA3F-A285-2DAE-C958-E72C406FD514}"/>
                </a:ext>
              </a:extLst>
            </p:cNvPr>
            <p:cNvSpPr/>
            <p:nvPr/>
          </p:nvSpPr>
          <p:spPr>
            <a:xfrm rot="19358576">
              <a:off x="-1730572" y="-884996"/>
              <a:ext cx="6540496" cy="2612571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 dirty="0"/>
            </a:p>
          </p:txBody>
        </p:sp>
      </p:grpSp>
    </p:spTree>
    <p:extLst>
      <p:ext uri="{BB962C8B-B14F-4D97-AF65-F5344CB8AC3E}">
        <p14:creationId xmlns:p14="http://schemas.microsoft.com/office/powerpoint/2010/main" val="3640878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38"/>
    </mc:Choice>
    <mc:Fallback xmlns="">
      <p:transition spd="slow" advTm="103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BBCABE-E8C4-F541-583E-EC1A1A93E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>
                <a:solidFill>
                  <a:srgbClr val="002060"/>
                </a:solidFill>
              </a:rPr>
              <a:t>What</a:t>
            </a:r>
            <a:r>
              <a:rPr lang="fr-CH" dirty="0">
                <a:solidFill>
                  <a:srgbClr val="002060"/>
                </a:solidFill>
              </a:rPr>
              <a:t> ?  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5276DF0B-D32F-1F72-DF76-585EE144603E}"/>
              </a:ext>
            </a:extLst>
          </p:cNvPr>
          <p:cNvGrpSpPr/>
          <p:nvPr/>
        </p:nvGrpSpPr>
        <p:grpSpPr>
          <a:xfrm rot="10800000">
            <a:off x="8242610" y="5344911"/>
            <a:ext cx="8014876" cy="3100402"/>
            <a:chOff x="-3270248" y="-1491149"/>
            <a:chExt cx="8014876" cy="310040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7801659-EB79-5723-81ED-E45E3538C037}"/>
                </a:ext>
              </a:extLst>
            </p:cNvPr>
            <p:cNvSpPr/>
            <p:nvPr/>
          </p:nvSpPr>
          <p:spPr>
            <a:xfrm rot="1822382">
              <a:off x="-3270248" y="-1491149"/>
              <a:ext cx="6540496" cy="261257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FF0E632-DDF8-CB49-E841-D612119EC654}"/>
                </a:ext>
              </a:extLst>
            </p:cNvPr>
            <p:cNvSpPr/>
            <p:nvPr/>
          </p:nvSpPr>
          <p:spPr>
            <a:xfrm rot="342513">
              <a:off x="-2886247" y="-1079519"/>
              <a:ext cx="6540496" cy="2612571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D52F8BF-4E6A-ED59-E4EF-98730F0584A8}"/>
                </a:ext>
              </a:extLst>
            </p:cNvPr>
            <p:cNvSpPr/>
            <p:nvPr/>
          </p:nvSpPr>
          <p:spPr>
            <a:xfrm rot="19358576">
              <a:off x="-1795868" y="-1003318"/>
              <a:ext cx="6540496" cy="2612571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C20A44D6-1B39-3E10-FB8D-5443ADB20382}"/>
              </a:ext>
            </a:extLst>
          </p:cNvPr>
          <p:cNvSpPr/>
          <p:nvPr/>
        </p:nvSpPr>
        <p:spPr>
          <a:xfrm>
            <a:off x="4705261" y="1094814"/>
            <a:ext cx="2133600" cy="119174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4800" dirty="0"/>
              <a:t>Input</a:t>
            </a:r>
            <a:endParaRPr sz="4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35D2F4-E1BF-6A7C-C088-3356DEB92C39}"/>
              </a:ext>
            </a:extLst>
          </p:cNvPr>
          <p:cNvSpPr/>
          <p:nvPr/>
        </p:nvSpPr>
        <p:spPr>
          <a:xfrm>
            <a:off x="6373151" y="2724761"/>
            <a:ext cx="2049886" cy="192305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1200" dirty="0"/>
              <a:t>Stats  : </a:t>
            </a:r>
          </a:p>
          <a:p>
            <a:pPr algn="ctr">
              <a:defRPr sz="1600" b="1"/>
            </a:pPr>
            <a:r>
              <a:rPr lang="fr-CH" sz="1200" dirty="0" err="1"/>
              <a:t>Number</a:t>
            </a:r>
            <a:r>
              <a:rPr lang="fr-CH" sz="1200" dirty="0"/>
              <a:t> of </a:t>
            </a:r>
            <a:r>
              <a:rPr lang="fr-CH" sz="1200" dirty="0" err="1"/>
              <a:t>words</a:t>
            </a:r>
            <a:r>
              <a:rPr lang="fr-CH" sz="1200" dirty="0"/>
              <a:t> </a:t>
            </a:r>
          </a:p>
          <a:p>
            <a:pPr algn="ctr">
              <a:defRPr sz="1600" b="1"/>
            </a:pPr>
            <a:r>
              <a:rPr lang="fr-CH" sz="1200" dirty="0" err="1"/>
              <a:t>Number</a:t>
            </a:r>
            <a:r>
              <a:rPr lang="fr-CH" sz="1200" dirty="0"/>
              <a:t> of char </a:t>
            </a:r>
          </a:p>
          <a:p>
            <a:pPr algn="ctr">
              <a:defRPr sz="1600" b="1"/>
            </a:pPr>
            <a:r>
              <a:rPr lang="fr-CH" sz="1200" dirty="0"/>
              <a:t>Type of char</a:t>
            </a:r>
          </a:p>
          <a:p>
            <a:pPr algn="ctr">
              <a:defRPr sz="1600" b="1"/>
            </a:pPr>
            <a:r>
              <a:rPr lang="fr-CH" sz="1200" dirty="0" err="1"/>
              <a:t>Number</a:t>
            </a:r>
            <a:r>
              <a:rPr lang="fr-CH" sz="1200" dirty="0"/>
              <a:t> of </a:t>
            </a:r>
            <a:r>
              <a:rPr lang="fr-CH" sz="1200" dirty="0" err="1"/>
              <a:t>lines</a:t>
            </a:r>
            <a:endParaRPr lang="fr-CH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68B0C9-9386-3C3F-9ABB-CB57CCF75406}"/>
              </a:ext>
            </a:extLst>
          </p:cNvPr>
          <p:cNvSpPr/>
          <p:nvPr/>
        </p:nvSpPr>
        <p:spPr>
          <a:xfrm>
            <a:off x="3214800" y="2728974"/>
            <a:ext cx="2049886" cy="55523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1200" dirty="0"/>
              <a:t>Option : Word to </a:t>
            </a:r>
            <a:r>
              <a:rPr lang="fr-CH" sz="1200" dirty="0" err="1"/>
              <a:t>search</a:t>
            </a:r>
            <a:endParaRPr sz="1200" dirty="0"/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41CFDD12-B136-471A-FCDC-B1C519129A14}"/>
              </a:ext>
            </a:extLst>
          </p:cNvPr>
          <p:cNvCxnSpPr>
            <a:cxnSpLocks/>
            <a:stCxn id="4" idx="1"/>
            <a:endCxn id="6" idx="0"/>
          </p:cNvCxnSpPr>
          <p:nvPr/>
        </p:nvCxnSpPr>
        <p:spPr>
          <a:xfrm rot="10800000" flipV="1">
            <a:off x="4239743" y="1690688"/>
            <a:ext cx="465518" cy="1038286"/>
          </a:xfrm>
          <a:prstGeom prst="curvedConnector2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9">
            <a:extLst>
              <a:ext uri="{FF2B5EF4-FFF2-40B4-BE49-F238E27FC236}">
                <a16:creationId xmlns:a16="http://schemas.microsoft.com/office/drawing/2014/main" id="{84DCC1A1-8B62-052B-329D-47FB96E6D37E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6838861" y="1690688"/>
            <a:ext cx="559233" cy="1034073"/>
          </a:xfrm>
          <a:prstGeom prst="curvedConnector2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22E34C2F-5090-2EB9-742E-2B3269D6C4D2}"/>
              </a:ext>
            </a:extLst>
          </p:cNvPr>
          <p:cNvSpPr/>
          <p:nvPr/>
        </p:nvSpPr>
        <p:spPr>
          <a:xfrm>
            <a:off x="3214799" y="3647642"/>
            <a:ext cx="2049886" cy="100017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1200" dirty="0"/>
              <a:t>Occurrences :</a:t>
            </a:r>
          </a:p>
          <a:p>
            <a:pPr algn="ctr">
              <a:defRPr sz="1600" b="1"/>
            </a:pPr>
            <a:r>
              <a:rPr lang="fr-CH" sz="1200" dirty="0"/>
              <a:t>First apparition</a:t>
            </a:r>
          </a:p>
          <a:p>
            <a:pPr algn="ctr">
              <a:defRPr sz="1600" b="1"/>
            </a:pPr>
            <a:r>
              <a:rPr lang="fr-CH" sz="1200" dirty="0"/>
              <a:t>Positions in the </a:t>
            </a:r>
            <a:r>
              <a:rPr lang="fr-CH" sz="1200" dirty="0" err="1"/>
              <a:t>text</a:t>
            </a:r>
            <a:endParaRPr sz="1200" dirty="0"/>
          </a:p>
        </p:txBody>
      </p:sp>
      <p:cxnSp>
        <p:nvCxnSpPr>
          <p:cNvPr id="30" name="Connecteur droit avec flèche 9">
            <a:extLst>
              <a:ext uri="{FF2B5EF4-FFF2-40B4-BE49-F238E27FC236}">
                <a16:creationId xmlns:a16="http://schemas.microsoft.com/office/drawing/2014/main" id="{AEFB7AB2-41CD-9167-14C1-ECEC69EBEDAA}"/>
              </a:ext>
            </a:extLst>
          </p:cNvPr>
          <p:cNvCxnSpPr>
            <a:cxnSpLocks/>
            <a:stCxn id="6" idx="2"/>
            <a:endCxn id="28" idx="0"/>
          </p:cNvCxnSpPr>
          <p:nvPr/>
        </p:nvCxnSpPr>
        <p:spPr>
          <a:xfrm rot="5400000">
            <a:off x="4058026" y="3465925"/>
            <a:ext cx="363434" cy="1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04164F8E-E512-2850-3024-F83FFFFEE51A}"/>
              </a:ext>
            </a:extLst>
          </p:cNvPr>
          <p:cNvSpPr/>
          <p:nvPr/>
        </p:nvSpPr>
        <p:spPr>
          <a:xfrm>
            <a:off x="4705261" y="5042514"/>
            <a:ext cx="2133600" cy="119174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4800" dirty="0"/>
              <a:t>Output</a:t>
            </a:r>
            <a:endParaRPr sz="4800" dirty="0"/>
          </a:p>
        </p:txBody>
      </p:sp>
      <p:cxnSp>
        <p:nvCxnSpPr>
          <p:cNvPr id="36" name="Connecteur droit avec flèche 9">
            <a:extLst>
              <a:ext uri="{FF2B5EF4-FFF2-40B4-BE49-F238E27FC236}">
                <a16:creationId xmlns:a16="http://schemas.microsoft.com/office/drawing/2014/main" id="{F60EDEF5-B5E8-795A-7F2E-C1036FDABF07}"/>
              </a:ext>
            </a:extLst>
          </p:cNvPr>
          <p:cNvCxnSpPr>
            <a:cxnSpLocks/>
            <a:stCxn id="28" idx="2"/>
            <a:endCxn id="35" idx="0"/>
          </p:cNvCxnSpPr>
          <p:nvPr/>
        </p:nvCxnSpPr>
        <p:spPr>
          <a:xfrm rot="16200000" flipH="1">
            <a:off x="4808552" y="4079004"/>
            <a:ext cx="394699" cy="1532319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9">
            <a:extLst>
              <a:ext uri="{FF2B5EF4-FFF2-40B4-BE49-F238E27FC236}">
                <a16:creationId xmlns:a16="http://schemas.microsoft.com/office/drawing/2014/main" id="{75E35159-D485-91D3-7F05-333F8DE82574}"/>
              </a:ext>
            </a:extLst>
          </p:cNvPr>
          <p:cNvCxnSpPr>
            <a:cxnSpLocks/>
            <a:stCxn id="5" idx="2"/>
            <a:endCxn id="35" idx="0"/>
          </p:cNvCxnSpPr>
          <p:nvPr/>
        </p:nvCxnSpPr>
        <p:spPr>
          <a:xfrm rot="5400000">
            <a:off x="6387729" y="4032148"/>
            <a:ext cx="394699" cy="1626033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588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333C0-E767-74CD-A369-D69486888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13392A-6933-BE7C-F90B-4DB91D200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>
                <a:solidFill>
                  <a:srgbClr val="002060"/>
                </a:solidFill>
              </a:rPr>
              <a:t>How ?  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32E16B4A-DBEE-5B24-A7DF-F08C4A410F62}"/>
              </a:ext>
            </a:extLst>
          </p:cNvPr>
          <p:cNvGrpSpPr/>
          <p:nvPr/>
        </p:nvGrpSpPr>
        <p:grpSpPr>
          <a:xfrm rot="10800000">
            <a:off x="8242610" y="5344911"/>
            <a:ext cx="8014876" cy="3100402"/>
            <a:chOff x="-3270248" y="-1491149"/>
            <a:chExt cx="8014876" cy="310040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28E11FB-B128-3D1D-FF12-11026BA2AD36}"/>
                </a:ext>
              </a:extLst>
            </p:cNvPr>
            <p:cNvSpPr/>
            <p:nvPr/>
          </p:nvSpPr>
          <p:spPr>
            <a:xfrm rot="1822382">
              <a:off x="-3270248" y="-1491149"/>
              <a:ext cx="6540496" cy="261257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11F3098-5589-37BF-239A-832B64082A34}"/>
                </a:ext>
              </a:extLst>
            </p:cNvPr>
            <p:cNvSpPr/>
            <p:nvPr/>
          </p:nvSpPr>
          <p:spPr>
            <a:xfrm rot="342513">
              <a:off x="-2886247" y="-1079519"/>
              <a:ext cx="6540496" cy="2612571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9B4D87F-DA51-C625-9BE9-DE39BDF5B6CE}"/>
                </a:ext>
              </a:extLst>
            </p:cNvPr>
            <p:cNvSpPr/>
            <p:nvPr/>
          </p:nvSpPr>
          <p:spPr>
            <a:xfrm rot="19358576">
              <a:off x="-1795868" y="-1003318"/>
              <a:ext cx="6540496" cy="2612571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C99AC41-DBD3-F537-6A45-C8EA42FA3922}"/>
              </a:ext>
            </a:extLst>
          </p:cNvPr>
          <p:cNvSpPr/>
          <p:nvPr/>
        </p:nvSpPr>
        <p:spPr>
          <a:xfrm>
            <a:off x="671798" y="2637409"/>
            <a:ext cx="2133600" cy="47216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2400" dirty="0"/>
              <a:t>User option </a:t>
            </a:r>
            <a:endParaRPr sz="2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AD0B56-2592-9F9A-6C9A-69F284E2E902}"/>
              </a:ext>
            </a:extLst>
          </p:cNvPr>
          <p:cNvSpPr/>
          <p:nvPr/>
        </p:nvSpPr>
        <p:spPr>
          <a:xfrm>
            <a:off x="2805398" y="4584113"/>
            <a:ext cx="2133600" cy="54219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2400" dirty="0"/>
              <a:t>Stat</a:t>
            </a:r>
            <a:endParaRPr sz="2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0DC92C-2906-A5BD-1ECB-4F444FF326B5}"/>
              </a:ext>
            </a:extLst>
          </p:cNvPr>
          <p:cNvSpPr/>
          <p:nvPr/>
        </p:nvSpPr>
        <p:spPr>
          <a:xfrm>
            <a:off x="2805398" y="5747657"/>
            <a:ext cx="2133600" cy="61403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2400" dirty="0" err="1"/>
              <a:t>Occurences</a:t>
            </a:r>
            <a:endParaRPr sz="2400" dirty="0"/>
          </a:p>
        </p:txBody>
      </p:sp>
      <p:cxnSp>
        <p:nvCxnSpPr>
          <p:cNvPr id="18" name="Connecteur droit avec flèche 9">
            <a:extLst>
              <a:ext uri="{FF2B5EF4-FFF2-40B4-BE49-F238E27FC236}">
                <a16:creationId xmlns:a16="http://schemas.microsoft.com/office/drawing/2014/main" id="{FBC0B4C3-2DD8-5B56-7B9A-7B5808E688A0}"/>
              </a:ext>
            </a:extLst>
          </p:cNvPr>
          <p:cNvCxnSpPr>
            <a:cxnSpLocks/>
            <a:stCxn id="4" idx="2"/>
            <a:endCxn id="22" idx="0"/>
          </p:cNvCxnSpPr>
          <p:nvPr/>
        </p:nvCxnSpPr>
        <p:spPr>
          <a:xfrm rot="5400000">
            <a:off x="1313698" y="3518977"/>
            <a:ext cx="834306" cy="15494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2CBA3F7-98F8-66FF-BE7B-CA5410CA62FE}"/>
              </a:ext>
            </a:extLst>
          </p:cNvPr>
          <p:cNvSpPr/>
          <p:nvPr/>
        </p:nvSpPr>
        <p:spPr>
          <a:xfrm>
            <a:off x="818939" y="3943877"/>
            <a:ext cx="1808330" cy="56108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2400" dirty="0"/>
              <a:t>Read</a:t>
            </a:r>
            <a:endParaRPr sz="2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12FEF8-8D69-2E1B-8EFF-FCBD51E874DF}"/>
              </a:ext>
            </a:extLst>
          </p:cNvPr>
          <p:cNvSpPr/>
          <p:nvPr/>
        </p:nvSpPr>
        <p:spPr>
          <a:xfrm>
            <a:off x="8614054" y="2293074"/>
            <a:ext cx="1782554" cy="51547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2000" dirty="0"/>
              <a:t>Write</a:t>
            </a:r>
            <a:endParaRPr sz="2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A6B935D-D146-7BE0-E572-490A531E68EF}"/>
              </a:ext>
            </a:extLst>
          </p:cNvPr>
          <p:cNvSpPr/>
          <p:nvPr/>
        </p:nvSpPr>
        <p:spPr>
          <a:xfrm>
            <a:off x="671798" y="1648576"/>
            <a:ext cx="2133600" cy="51547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fr-CH" sz="2400" dirty="0"/>
              <a:t>Root</a:t>
            </a:r>
            <a:endParaRPr sz="2400" dirty="0"/>
          </a:p>
        </p:txBody>
      </p:sp>
      <p:cxnSp>
        <p:nvCxnSpPr>
          <p:cNvPr id="33" name="Connecteur droit avec flèche 9">
            <a:extLst>
              <a:ext uri="{FF2B5EF4-FFF2-40B4-BE49-F238E27FC236}">
                <a16:creationId xmlns:a16="http://schemas.microsoft.com/office/drawing/2014/main" id="{15B2D9DC-3549-B2AD-E897-1ADB900CFE35}"/>
              </a:ext>
            </a:extLst>
          </p:cNvPr>
          <p:cNvCxnSpPr>
            <a:cxnSpLocks/>
            <a:stCxn id="26" idx="2"/>
            <a:endCxn id="4" idx="0"/>
          </p:cNvCxnSpPr>
          <p:nvPr/>
        </p:nvCxnSpPr>
        <p:spPr>
          <a:xfrm rot="5400000">
            <a:off x="1501918" y="2400728"/>
            <a:ext cx="473361" cy="12700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890F62BB-FBE9-0BFA-9F18-0689A455E68E}"/>
              </a:ext>
            </a:extLst>
          </p:cNvPr>
          <p:cNvSpPr/>
          <p:nvPr/>
        </p:nvSpPr>
        <p:spPr>
          <a:xfrm>
            <a:off x="6186204" y="4409510"/>
            <a:ext cx="2112735" cy="89140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lang="fr-CH" dirty="0" err="1"/>
              <a:t>GetChar</a:t>
            </a:r>
            <a:r>
              <a:rPr lang="fr-CH" dirty="0"/>
              <a:t>()</a:t>
            </a:r>
          </a:p>
          <a:p>
            <a:pPr>
              <a:defRPr sz="1600" b="1"/>
            </a:pPr>
            <a:r>
              <a:rPr lang="fr-CH" dirty="0" err="1"/>
              <a:t>GetLines</a:t>
            </a:r>
            <a:r>
              <a:rPr lang="fr-CH" dirty="0"/>
              <a:t>()</a:t>
            </a:r>
          </a:p>
          <a:p>
            <a:pPr>
              <a:defRPr sz="1600" b="1"/>
            </a:pPr>
            <a:r>
              <a:rPr lang="fr-CH" dirty="0"/>
              <a:t>…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ADF9B7E-9FF0-6152-6C99-8963D856A631}"/>
              </a:ext>
            </a:extLst>
          </p:cNvPr>
          <p:cNvSpPr/>
          <p:nvPr/>
        </p:nvSpPr>
        <p:spPr>
          <a:xfrm>
            <a:off x="6186204" y="5771163"/>
            <a:ext cx="2133600" cy="56702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lang="fr-CH" dirty="0"/>
              <a:t>Run()</a:t>
            </a:r>
          </a:p>
        </p:txBody>
      </p:sp>
      <p:cxnSp>
        <p:nvCxnSpPr>
          <p:cNvPr id="56" name="Connecteur droit avec flèche 9">
            <a:extLst>
              <a:ext uri="{FF2B5EF4-FFF2-40B4-BE49-F238E27FC236}">
                <a16:creationId xmlns:a16="http://schemas.microsoft.com/office/drawing/2014/main" id="{0801F30C-E082-A0C2-8E38-2B2490DF83E3}"/>
              </a:ext>
            </a:extLst>
          </p:cNvPr>
          <p:cNvCxnSpPr>
            <a:cxnSpLocks/>
            <a:stCxn id="22" idx="2"/>
            <a:endCxn id="11" idx="1"/>
          </p:cNvCxnSpPr>
          <p:nvPr/>
        </p:nvCxnSpPr>
        <p:spPr>
          <a:xfrm rot="16200000" flipH="1">
            <a:off x="2089128" y="4138941"/>
            <a:ext cx="350247" cy="1082294"/>
          </a:xfrm>
          <a:prstGeom prst="curvedConnector2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avec flèche 9">
            <a:extLst>
              <a:ext uri="{FF2B5EF4-FFF2-40B4-BE49-F238E27FC236}">
                <a16:creationId xmlns:a16="http://schemas.microsoft.com/office/drawing/2014/main" id="{4DC2C290-C66E-198A-4174-EC883A9B1B22}"/>
              </a:ext>
            </a:extLst>
          </p:cNvPr>
          <p:cNvCxnSpPr>
            <a:cxnSpLocks/>
            <a:stCxn id="22" idx="2"/>
            <a:endCxn id="16" idx="1"/>
          </p:cNvCxnSpPr>
          <p:nvPr/>
        </p:nvCxnSpPr>
        <p:spPr>
          <a:xfrm rot="16200000" flipH="1">
            <a:off x="1489397" y="4738672"/>
            <a:ext cx="1549709" cy="1082294"/>
          </a:xfrm>
          <a:prstGeom prst="curvedConnector2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avec flèche 9">
            <a:extLst>
              <a:ext uri="{FF2B5EF4-FFF2-40B4-BE49-F238E27FC236}">
                <a16:creationId xmlns:a16="http://schemas.microsoft.com/office/drawing/2014/main" id="{96EE80A8-8777-5940-BC58-6ADEF18454B2}"/>
              </a:ext>
            </a:extLst>
          </p:cNvPr>
          <p:cNvCxnSpPr>
            <a:cxnSpLocks/>
            <a:stCxn id="16" idx="3"/>
            <a:endCxn id="45" idx="1"/>
          </p:cNvCxnSpPr>
          <p:nvPr/>
        </p:nvCxnSpPr>
        <p:spPr>
          <a:xfrm>
            <a:off x="4938998" y="6054674"/>
            <a:ext cx="1247206" cy="12700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9">
            <a:extLst>
              <a:ext uri="{FF2B5EF4-FFF2-40B4-BE49-F238E27FC236}">
                <a16:creationId xmlns:a16="http://schemas.microsoft.com/office/drawing/2014/main" id="{38BB4FBB-A148-DF67-EEF9-5C73323FB9EE}"/>
              </a:ext>
            </a:extLst>
          </p:cNvPr>
          <p:cNvCxnSpPr>
            <a:cxnSpLocks/>
            <a:stCxn id="11" idx="3"/>
            <a:endCxn id="38" idx="1"/>
          </p:cNvCxnSpPr>
          <p:nvPr/>
        </p:nvCxnSpPr>
        <p:spPr>
          <a:xfrm flipV="1">
            <a:off x="4938998" y="4855211"/>
            <a:ext cx="1247206" cy="1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avec flèche 9">
            <a:extLst>
              <a:ext uri="{FF2B5EF4-FFF2-40B4-BE49-F238E27FC236}">
                <a16:creationId xmlns:a16="http://schemas.microsoft.com/office/drawing/2014/main" id="{A483E2D3-0DBE-FF2F-5602-05F29E777996}"/>
              </a:ext>
            </a:extLst>
          </p:cNvPr>
          <p:cNvCxnSpPr>
            <a:cxnSpLocks/>
            <a:stCxn id="38" idx="3"/>
            <a:endCxn id="23" idx="2"/>
          </p:cNvCxnSpPr>
          <p:nvPr/>
        </p:nvCxnSpPr>
        <p:spPr>
          <a:xfrm flipV="1">
            <a:off x="8298939" y="2808546"/>
            <a:ext cx="1206392" cy="2046665"/>
          </a:xfrm>
          <a:prstGeom prst="curvedConnector2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avec flèche 9">
            <a:extLst>
              <a:ext uri="{FF2B5EF4-FFF2-40B4-BE49-F238E27FC236}">
                <a16:creationId xmlns:a16="http://schemas.microsoft.com/office/drawing/2014/main" id="{86F0CAE4-81BA-AD27-511B-139FD2B86C0E}"/>
              </a:ext>
            </a:extLst>
          </p:cNvPr>
          <p:cNvCxnSpPr>
            <a:cxnSpLocks/>
            <a:stCxn id="45" idx="3"/>
            <a:endCxn id="23" idx="2"/>
          </p:cNvCxnSpPr>
          <p:nvPr/>
        </p:nvCxnSpPr>
        <p:spPr>
          <a:xfrm flipV="1">
            <a:off x="8319804" y="2808546"/>
            <a:ext cx="1185527" cy="3246128"/>
          </a:xfrm>
          <a:prstGeom prst="curvedConnector2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392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4C520-ACE9-F910-788F-8B29B3719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58AC38-FF7C-0303-8BEC-B0B6BE427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>
                <a:solidFill>
                  <a:srgbClr val="002060"/>
                </a:solidFill>
              </a:rPr>
              <a:t>Why</a:t>
            </a:r>
            <a:r>
              <a:rPr lang="fr-CH" dirty="0">
                <a:solidFill>
                  <a:srgbClr val="002060"/>
                </a:solidFill>
              </a:rPr>
              <a:t> ?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4EB23CF9-5584-752B-1B7A-5F816337EF23}"/>
              </a:ext>
            </a:extLst>
          </p:cNvPr>
          <p:cNvGrpSpPr/>
          <p:nvPr/>
        </p:nvGrpSpPr>
        <p:grpSpPr>
          <a:xfrm rot="10800000">
            <a:off x="8242610" y="5344911"/>
            <a:ext cx="8014876" cy="3100402"/>
            <a:chOff x="-3270248" y="-1491149"/>
            <a:chExt cx="8014876" cy="310040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EF9CD41-164A-939D-4045-C880F153331B}"/>
                </a:ext>
              </a:extLst>
            </p:cNvPr>
            <p:cNvSpPr/>
            <p:nvPr/>
          </p:nvSpPr>
          <p:spPr>
            <a:xfrm rot="1822382">
              <a:off x="-3270248" y="-1491149"/>
              <a:ext cx="6540496" cy="261257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BE0A2A1-FB88-D0B4-E648-6A5F8E8F096F}"/>
                </a:ext>
              </a:extLst>
            </p:cNvPr>
            <p:cNvSpPr/>
            <p:nvPr/>
          </p:nvSpPr>
          <p:spPr>
            <a:xfrm rot="342513">
              <a:off x="-2886247" y="-1079519"/>
              <a:ext cx="6540496" cy="2612571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AA656C7-C11C-E6A5-DAC0-34A02AF28949}"/>
                </a:ext>
              </a:extLst>
            </p:cNvPr>
            <p:cNvSpPr/>
            <p:nvPr/>
          </p:nvSpPr>
          <p:spPr>
            <a:xfrm rot="19358576">
              <a:off x="-1795868" y="-1003318"/>
              <a:ext cx="6540496" cy="2612571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</p:grpSp>
      <p:sp>
        <p:nvSpPr>
          <p:cNvPr id="11" name="Titre 1">
            <a:extLst>
              <a:ext uri="{FF2B5EF4-FFF2-40B4-BE49-F238E27FC236}">
                <a16:creationId xmlns:a16="http://schemas.microsoft.com/office/drawing/2014/main" id="{10D129DE-0AC0-FCCE-B34E-6B13D954B3D6}"/>
              </a:ext>
            </a:extLst>
          </p:cNvPr>
          <p:cNvSpPr txBox="1">
            <a:spLocks/>
          </p:cNvSpPr>
          <p:nvPr/>
        </p:nvSpPr>
        <p:spPr>
          <a:xfrm>
            <a:off x="838199" y="1453738"/>
            <a:ext cx="8044543" cy="49252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ctr">
              <a:buFont typeface="Arial" panose="020B0604020202020204" pitchFamily="34" charset="0"/>
              <a:buChar char="•"/>
            </a:pPr>
            <a:endParaRPr lang="fr-CH" sz="2000" dirty="0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 err="1">
                <a:solidFill>
                  <a:srgbClr val="002060"/>
                </a:solidFill>
              </a:rPr>
              <a:t>Finding</a:t>
            </a:r>
            <a:r>
              <a:rPr lang="fr-CH" sz="2400" dirty="0">
                <a:solidFill>
                  <a:srgbClr val="002060"/>
                </a:solidFill>
              </a:rPr>
              <a:t> fast the </a:t>
            </a:r>
            <a:r>
              <a:rPr lang="fr-CH" sz="2400" dirty="0" err="1">
                <a:solidFill>
                  <a:srgbClr val="002060"/>
                </a:solidFill>
              </a:rPr>
              <a:t>amount</a:t>
            </a:r>
            <a:r>
              <a:rPr lang="fr-CH" sz="2400" dirty="0">
                <a:solidFill>
                  <a:srgbClr val="002060"/>
                </a:solidFill>
              </a:rPr>
              <a:t> of </a:t>
            </a:r>
            <a:r>
              <a:rPr lang="fr-CH" sz="2400" dirty="0" err="1">
                <a:solidFill>
                  <a:srgbClr val="002060"/>
                </a:solidFill>
              </a:rPr>
              <a:t>words</a:t>
            </a:r>
            <a:endParaRPr lang="fr-CH" sz="2400" dirty="0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sz="2400" dirty="0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>
                <a:solidFill>
                  <a:srgbClr val="002060"/>
                </a:solidFill>
              </a:rPr>
              <a:t>Check if </a:t>
            </a:r>
            <a:r>
              <a:rPr lang="fr-CH" sz="2400" dirty="0" err="1">
                <a:solidFill>
                  <a:srgbClr val="002060"/>
                </a:solidFill>
              </a:rPr>
              <a:t>there</a:t>
            </a:r>
            <a:r>
              <a:rPr lang="fr-CH" sz="2400" dirty="0">
                <a:solidFill>
                  <a:srgbClr val="002060"/>
                </a:solidFill>
              </a:rPr>
              <a:t> </a:t>
            </a:r>
            <a:r>
              <a:rPr lang="fr-CH" sz="2400" dirty="0" err="1">
                <a:solidFill>
                  <a:srgbClr val="002060"/>
                </a:solidFill>
              </a:rPr>
              <a:t>is</a:t>
            </a:r>
            <a:r>
              <a:rPr lang="fr-CH" sz="2400" dirty="0">
                <a:solidFill>
                  <a:srgbClr val="002060"/>
                </a:solidFill>
              </a:rPr>
              <a:t> </a:t>
            </a:r>
            <a:r>
              <a:rPr lang="fr-CH" sz="2400" dirty="0" err="1">
                <a:solidFill>
                  <a:srgbClr val="002060"/>
                </a:solidFill>
              </a:rPr>
              <a:t>too</a:t>
            </a:r>
            <a:r>
              <a:rPr lang="fr-CH" sz="2400" dirty="0">
                <a:solidFill>
                  <a:srgbClr val="002060"/>
                </a:solidFill>
              </a:rPr>
              <a:t> </a:t>
            </a:r>
            <a:r>
              <a:rPr lang="fr-CH" sz="2400" dirty="0" err="1">
                <a:solidFill>
                  <a:srgbClr val="002060"/>
                </a:solidFill>
              </a:rPr>
              <a:t>much</a:t>
            </a:r>
            <a:r>
              <a:rPr lang="fr-CH" sz="2400" dirty="0">
                <a:solidFill>
                  <a:srgbClr val="002060"/>
                </a:solidFill>
              </a:rPr>
              <a:t> </a:t>
            </a:r>
            <a:r>
              <a:rPr lang="fr-CH" sz="2400" dirty="0" err="1">
                <a:solidFill>
                  <a:srgbClr val="002060"/>
                </a:solidFill>
              </a:rPr>
              <a:t>repetition</a:t>
            </a:r>
            <a:r>
              <a:rPr lang="fr-CH" sz="2400" dirty="0">
                <a:solidFill>
                  <a:srgbClr val="002060"/>
                </a:solidFill>
              </a:rPr>
              <a:t> of a single </a:t>
            </a:r>
            <a:r>
              <a:rPr lang="fr-CH" sz="2400" dirty="0" err="1">
                <a:solidFill>
                  <a:srgbClr val="002060"/>
                </a:solidFill>
              </a:rPr>
              <a:t>word</a:t>
            </a:r>
            <a:r>
              <a:rPr lang="fr-CH" sz="2400" dirty="0">
                <a:solidFill>
                  <a:srgbClr val="002060"/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sz="2400" dirty="0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>
                <a:solidFill>
                  <a:srgbClr val="002060"/>
                </a:solidFill>
              </a:rPr>
              <a:t>Check for </a:t>
            </a:r>
            <a:r>
              <a:rPr lang="fr-CH" sz="2400" dirty="0" err="1">
                <a:solidFill>
                  <a:srgbClr val="002060"/>
                </a:solidFill>
              </a:rPr>
              <a:t>anomaly</a:t>
            </a:r>
            <a:r>
              <a:rPr lang="fr-CH" sz="2400" dirty="0">
                <a:solidFill>
                  <a:srgbClr val="002060"/>
                </a:solidFill>
              </a:rPr>
              <a:t> (1000 z for 2 a or 100 </a:t>
            </a:r>
            <a:r>
              <a:rPr lang="fr-CH" sz="2400" dirty="0" err="1">
                <a:solidFill>
                  <a:srgbClr val="002060"/>
                </a:solidFill>
              </a:rPr>
              <a:t>lines</a:t>
            </a:r>
            <a:r>
              <a:rPr lang="fr-CH" sz="2400" dirty="0">
                <a:solidFill>
                  <a:srgbClr val="002060"/>
                </a:solidFill>
              </a:rPr>
              <a:t> for 5 </a:t>
            </a:r>
            <a:r>
              <a:rPr lang="fr-CH" sz="2400" dirty="0" err="1">
                <a:solidFill>
                  <a:srgbClr val="002060"/>
                </a:solidFill>
              </a:rPr>
              <a:t>words</a:t>
            </a:r>
            <a:r>
              <a:rPr lang="fr-CH" sz="2400" dirty="0">
                <a:solidFill>
                  <a:srgbClr val="002060"/>
                </a:solidFill>
              </a:rPr>
              <a:t>)</a:t>
            </a:r>
          </a:p>
          <a:p>
            <a:r>
              <a:rPr lang="fr-CH" sz="2400" dirty="0">
                <a:solidFill>
                  <a:srgbClr val="00206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5941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5CEA7-DD99-1D40-CC23-95CB27C87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81A711-5B07-DD08-067C-ED80BCAAF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1630"/>
            <a:ext cx="9144000" cy="2387600"/>
          </a:xfrm>
        </p:spPr>
        <p:txBody>
          <a:bodyPr anchor="ctr"/>
          <a:lstStyle/>
          <a:p>
            <a:r>
              <a:rPr lang="fr-CH" dirty="0">
                <a:solidFill>
                  <a:srgbClr val="002060"/>
                </a:solidFill>
              </a:rPr>
              <a:t>Questions ?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566103D-6F11-6768-031F-DEDD9C8CF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9676" y="4308868"/>
            <a:ext cx="9144000" cy="1655762"/>
          </a:xfrm>
        </p:spPr>
        <p:txBody>
          <a:bodyPr/>
          <a:lstStyle/>
          <a:p>
            <a:endParaRPr lang="fr-CH" dirty="0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31C7359C-7E88-6A78-CFF3-ED37DCEC4F8B}"/>
              </a:ext>
            </a:extLst>
          </p:cNvPr>
          <p:cNvGrpSpPr/>
          <p:nvPr/>
        </p:nvGrpSpPr>
        <p:grpSpPr>
          <a:xfrm rot="10800000">
            <a:off x="7745514" y="5099589"/>
            <a:ext cx="8080172" cy="3218724"/>
            <a:chOff x="-3270248" y="-1491149"/>
            <a:chExt cx="8080172" cy="321872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984375E-127F-72CB-5098-CD415C0D6E5C}"/>
                </a:ext>
              </a:extLst>
            </p:cNvPr>
            <p:cNvSpPr/>
            <p:nvPr/>
          </p:nvSpPr>
          <p:spPr>
            <a:xfrm rot="1822382">
              <a:off x="-3270248" y="-1491149"/>
              <a:ext cx="6540496" cy="261257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7194465-2C62-B84C-E384-74106E560112}"/>
                </a:ext>
              </a:extLst>
            </p:cNvPr>
            <p:cNvSpPr/>
            <p:nvPr/>
          </p:nvSpPr>
          <p:spPr>
            <a:xfrm rot="342513">
              <a:off x="-2886247" y="-1079519"/>
              <a:ext cx="6540496" cy="2612571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765CC8E-D7D7-3B90-6123-E3C36EA14E20}"/>
                </a:ext>
              </a:extLst>
            </p:cNvPr>
            <p:cNvSpPr/>
            <p:nvPr/>
          </p:nvSpPr>
          <p:spPr>
            <a:xfrm rot="19358576">
              <a:off x="-1730572" y="-884996"/>
              <a:ext cx="6540496" cy="2612571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 dirty="0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7ACA8B49-0A03-85BB-E63B-C4B0880A199E}"/>
              </a:ext>
            </a:extLst>
          </p:cNvPr>
          <p:cNvGrpSpPr/>
          <p:nvPr/>
        </p:nvGrpSpPr>
        <p:grpSpPr>
          <a:xfrm>
            <a:off x="-3252272" y="-1419558"/>
            <a:ext cx="8080172" cy="3218724"/>
            <a:chOff x="-3270248" y="-1491149"/>
            <a:chExt cx="8080172" cy="321872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BC3F01B-6FDF-2502-D583-543D1764C2B4}"/>
                </a:ext>
              </a:extLst>
            </p:cNvPr>
            <p:cNvSpPr/>
            <p:nvPr/>
          </p:nvSpPr>
          <p:spPr>
            <a:xfrm rot="1822382">
              <a:off x="-3270248" y="-1491149"/>
              <a:ext cx="6540496" cy="261257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48C3883-38CB-4D21-4A6D-2CFDFB62378F}"/>
                </a:ext>
              </a:extLst>
            </p:cNvPr>
            <p:cNvSpPr/>
            <p:nvPr/>
          </p:nvSpPr>
          <p:spPr>
            <a:xfrm rot="342513">
              <a:off x="-2886247" y="-1079519"/>
              <a:ext cx="6540496" cy="2612571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BEF1117-7E55-5F21-D8D2-902E0887E63C}"/>
                </a:ext>
              </a:extLst>
            </p:cNvPr>
            <p:cNvSpPr/>
            <p:nvPr/>
          </p:nvSpPr>
          <p:spPr>
            <a:xfrm rot="19358576">
              <a:off x="-1730572" y="-884996"/>
              <a:ext cx="6540496" cy="2612571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 dirty="0"/>
            </a:p>
          </p:txBody>
        </p:sp>
      </p:grpSp>
    </p:spTree>
    <p:extLst>
      <p:ext uri="{BB962C8B-B14F-4D97-AF65-F5344CB8AC3E}">
        <p14:creationId xmlns:p14="http://schemas.microsoft.com/office/powerpoint/2010/main" val="3842310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38"/>
    </mc:Choice>
    <mc:Fallback xmlns="">
      <p:transition spd="slow" advTm="1038"/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2204</TotalTime>
  <Words>88</Words>
  <Application>Microsoft Office PowerPoint</Application>
  <PresentationFormat>Grand écran</PresentationFormat>
  <Paragraphs>33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Thème Office</vt:lpstr>
      <vt:lpstr>Projet 1 DAI</vt:lpstr>
      <vt:lpstr>What ?  </vt:lpstr>
      <vt:lpstr>How ?  </vt:lpstr>
      <vt:lpstr>Why ?</vt:lpstr>
      <vt:lpstr>Questions 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Matthey Thibault</dc:creator>
  <cp:lastModifiedBy>Matthey Thibault</cp:lastModifiedBy>
  <cp:revision>9</cp:revision>
  <dcterms:created xsi:type="dcterms:W3CDTF">2025-08-28T12:06:40Z</dcterms:created>
  <dcterms:modified xsi:type="dcterms:W3CDTF">2025-10-13T19:17:26Z</dcterms:modified>
</cp:coreProperties>
</file>